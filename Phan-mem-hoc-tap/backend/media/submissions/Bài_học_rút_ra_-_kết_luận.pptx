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64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10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72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25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86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45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0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64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83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8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00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91BA5-8D5D-4152-A359-32DB97FBD422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191B089-9264-4F92-8E5F-BD7177BE53E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9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97F3B7-66EA-3999-58C6-9B84C7B313A9}"/>
              </a:ext>
            </a:extLst>
          </p:cNvPr>
          <p:cNvSpPr txBox="1"/>
          <p:nvPr/>
        </p:nvSpPr>
        <p:spPr>
          <a:xfrm>
            <a:off x="4829467" y="2961506"/>
            <a:ext cx="2533066" cy="58477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vi-VN" sz="3200" dirty="0">
                <a:latin typeface="+mj-lt"/>
              </a:rPr>
              <a:t>Bài học rút ra </a:t>
            </a:r>
            <a:endParaRPr lang="en-US" sz="32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7A4E5-2E28-BC5B-3386-A8FA9242F594}"/>
              </a:ext>
            </a:extLst>
          </p:cNvPr>
          <p:cNvSpPr txBox="1"/>
          <p:nvPr/>
        </p:nvSpPr>
        <p:spPr>
          <a:xfrm>
            <a:off x="584719" y="967871"/>
            <a:ext cx="4232309" cy="64633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1.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đe</a:t>
            </a:r>
            <a:r>
              <a:rPr lang="en-US" dirty="0"/>
              <a:t> </a:t>
            </a:r>
            <a:r>
              <a:rPr lang="en-US" dirty="0" err="1"/>
              <a:t>dọa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648FE-D0E9-F90A-4D65-B55F944E540B}"/>
              </a:ext>
            </a:extLst>
          </p:cNvPr>
          <p:cNvSpPr txBox="1"/>
          <p:nvPr/>
        </p:nvSpPr>
        <p:spPr>
          <a:xfrm>
            <a:off x="584719" y="2675071"/>
            <a:ext cx="2904929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vi-VN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9789E-9E86-ADC2-FC8D-0699B9E67597}"/>
              </a:ext>
            </a:extLst>
          </p:cNvPr>
          <p:cNvSpPr txBox="1"/>
          <p:nvPr/>
        </p:nvSpPr>
        <p:spPr>
          <a:xfrm>
            <a:off x="8444204" y="2675071"/>
            <a:ext cx="3163077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vi-VN" dirty="0"/>
              <a:t>5.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95315-AC8D-7EDE-AEAB-489C3EF86F4D}"/>
              </a:ext>
            </a:extLst>
          </p:cNvPr>
          <p:cNvSpPr txBox="1"/>
          <p:nvPr/>
        </p:nvSpPr>
        <p:spPr>
          <a:xfrm>
            <a:off x="597158" y="4668706"/>
            <a:ext cx="4232309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vi-VN" dirty="0"/>
              <a:t>3.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IoT </a:t>
            </a:r>
            <a:r>
              <a:rPr lang="en-US" dirty="0" err="1"/>
              <a:t>hiện</a:t>
            </a:r>
            <a:r>
              <a:rPr lang="en-US" dirty="0"/>
              <a:t> nay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A8637-24C5-5B39-BF0A-C045A5DBA70B}"/>
              </a:ext>
            </a:extLst>
          </p:cNvPr>
          <p:cNvSpPr txBox="1"/>
          <p:nvPr/>
        </p:nvSpPr>
        <p:spPr>
          <a:xfrm>
            <a:off x="7641771" y="4668706"/>
            <a:ext cx="4086808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vi-VN" dirty="0"/>
              <a:t>6.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DBE9B-EB97-8FA3-E6C5-16AB77D63695}"/>
              </a:ext>
            </a:extLst>
          </p:cNvPr>
          <p:cNvSpPr txBox="1"/>
          <p:nvPr/>
        </p:nvSpPr>
        <p:spPr>
          <a:xfrm>
            <a:off x="7641771" y="967871"/>
            <a:ext cx="3965510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vi-VN" dirty="0"/>
              <a:t>4.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biện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ngừa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857379-502D-CB53-699B-61AA0DCB7EE7}"/>
              </a:ext>
            </a:extLst>
          </p:cNvPr>
          <p:cNvCxnSpPr>
            <a:cxnSpLocks/>
            <a:stCxn id="5" idx="3"/>
            <a:endCxn id="4" idx="0"/>
          </p:cNvCxnSpPr>
          <p:nvPr/>
        </p:nvCxnSpPr>
        <p:spPr>
          <a:xfrm>
            <a:off x="4817028" y="1291037"/>
            <a:ext cx="1278972" cy="16704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232623-EDB3-A716-6E3A-191142F155CA}"/>
              </a:ext>
            </a:extLst>
          </p:cNvPr>
          <p:cNvCxnSpPr>
            <a:cxnSpLocks/>
            <a:stCxn id="10" idx="1"/>
            <a:endCxn id="4" idx="0"/>
          </p:cNvCxnSpPr>
          <p:nvPr/>
        </p:nvCxnSpPr>
        <p:spPr>
          <a:xfrm flipH="1">
            <a:off x="6096000" y="1152537"/>
            <a:ext cx="1545771" cy="18089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B769FC-44CA-4B57-1729-D3FB7C3798FC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flipH="1">
            <a:off x="7362533" y="2859737"/>
            <a:ext cx="1081671" cy="3941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8BA7DD-C592-F42D-704E-05805A6C3C62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489648" y="2859737"/>
            <a:ext cx="1339819" cy="39415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43B225-9741-8EF9-FDAC-BFF913B1BF0E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4829467" y="3546281"/>
            <a:ext cx="1266533" cy="130709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99BDD7-7979-A66F-E692-FB1875083F07}"/>
              </a:ext>
            </a:extLst>
          </p:cNvPr>
          <p:cNvCxnSpPr>
            <a:cxnSpLocks/>
            <a:stCxn id="4" idx="2"/>
            <a:endCxn id="9" idx="1"/>
          </p:cNvCxnSpPr>
          <p:nvPr/>
        </p:nvCxnSpPr>
        <p:spPr>
          <a:xfrm>
            <a:off x="6096000" y="3546281"/>
            <a:ext cx="1545771" cy="1307091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52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C9B570-FE1C-5B61-4824-4BA24AAF5B87}"/>
              </a:ext>
            </a:extLst>
          </p:cNvPr>
          <p:cNvSpPr txBox="1"/>
          <p:nvPr/>
        </p:nvSpPr>
        <p:spPr>
          <a:xfrm>
            <a:off x="4960913" y="326572"/>
            <a:ext cx="2598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400" b="1" dirty="0"/>
              <a:t>Kết Luận</a:t>
            </a:r>
            <a:endParaRPr lang="en-US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C7E6C-6D25-05D1-B07B-625A4DC67853}"/>
              </a:ext>
            </a:extLst>
          </p:cNvPr>
          <p:cNvSpPr txBox="1"/>
          <p:nvPr/>
        </p:nvSpPr>
        <p:spPr>
          <a:xfrm>
            <a:off x="1077157" y="1395556"/>
            <a:ext cx="95078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 vào nội dung đã trình bày:</a:t>
            </a:r>
            <a:endParaRPr lang="vi-V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vi-V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 l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ỗ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hổng</a:t>
            </a:r>
            <a:endParaRPr lang="vi-V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vi-V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uộc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endParaRPr lang="vi-V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vi-V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iện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ngừa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IoT</a:t>
            </a:r>
            <a:r>
              <a:rPr lang="vi-V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nghĩa)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vi-V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ặc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thế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dọa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IoT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tế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vi-V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1DB4E-B202-D534-12D9-C093A25ED61D}"/>
              </a:ext>
            </a:extLst>
          </p:cNvPr>
          <p:cNvSpPr txBox="1"/>
          <p:nvPr/>
        </p:nvSpPr>
        <p:spPr>
          <a:xfrm>
            <a:off x="1077157" y="4081560"/>
            <a:ext cx="9396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sắc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rủi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0184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</TotalTime>
  <Words>182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Gill Sans MT</vt:lpstr>
      <vt:lpstr>Times New Roman</vt:lpstr>
      <vt:lpstr>Wingdings</vt:lpstr>
      <vt:lpstr>Gallery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</cp:revision>
  <dcterms:created xsi:type="dcterms:W3CDTF">2023-10-13T10:41:06Z</dcterms:created>
  <dcterms:modified xsi:type="dcterms:W3CDTF">2023-10-13T11:09:48Z</dcterms:modified>
</cp:coreProperties>
</file>